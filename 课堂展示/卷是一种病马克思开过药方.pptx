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474720"/>
            <a:ext cx="2286000" cy="2286000"/>
          </a:xfrm>
          <a:prstGeom prst="ellipse">
            <a:avLst/>
          </a:prstGeom>
          <a:solidFill>
            <a:srgbClr val="990011">
              <a:alpha val="30000"/>
            </a:srgbClr>
          </a:solidFill>
          <a:ln w="12700">
            <a:solidFill>
              <a:srgbClr val="990011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"卷"是一种病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马克思早就开过药方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5029200" cy="365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马克思主义基本原理  |  课堂演讲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「劳动创造了人，但异化的劳动正在消耗人。」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你，卷吗？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37744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大学生表示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感受到内卷压力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37744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2.6倍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考研报名人数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十年内增长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237744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成为部分职场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默认工作制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这一切，是偶然现象，还是有其深刻的历史根源？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什么是内卷？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188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内卷（Involution）：一种社会文化模式，指在资源总量不变的情况下，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人们通过不断加大投入来争夺有限资源，却未能带来整体效益的提升。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大众理解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560320" cy="685800"/>
          </a:xfrm>
          <a:prstGeom prst="rect">
            <a:avLst/>
          </a:prstGeom>
          <a:solidFill>
            <a:srgbClr val="990011">
              <a:alpha val="80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图书馆占座到凌晨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926080"/>
            <a:ext cx="2560320" cy="685800"/>
          </a:xfrm>
          <a:prstGeom prst="rect">
            <a:avLst/>
          </a:prstGeom>
          <a:solidFill>
            <a:srgbClr val="990011">
              <a:alpha val="80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简历内卷到离谱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926080"/>
            <a:ext cx="2560320" cy="685800"/>
          </a:xfrm>
          <a:prstGeom prst="rect">
            <a:avLst/>
          </a:prstGeom>
          <a:solidFill>
            <a:srgbClr val="990011">
              <a:alpha val="80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同事都在加班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核心特征：努力了，但没有赢；累了，但没有变好。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内卷的现实图景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高校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GPA 军备竞赛，0.01分决定奖学金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保研名额稀缺，竞赛证书堆满简历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图书馆通宵成为「努力」象征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考研报名：2015年165万→2024年438万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29184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💼 职场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17373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996、007 成为「奋斗」代名词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主动加班以示「态度」，否则被边缘化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晋升通道收窄，竞争白热化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中国人均工作时长位居全球前列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马克思怎么看竞争？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「竞争不过是资本家之间、工人之间、资本家和工人之间的关系，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它不过是这些关系的运动形式。」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—— 马克思《哲学的贫困》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560320" cy="2286000"/>
          </a:xfrm>
          <a:prstGeom prst="rect">
            <a:avLst/>
          </a:prstGeom>
          <a:solidFill>
            <a:srgbClr val="990011">
              <a:alpha val="15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资本逐利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资本家为获取更多剩余价值，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不断压低成本、延长劳动时间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560320" cy="2286000"/>
          </a:xfrm>
          <a:prstGeom prst="rect">
            <a:avLst/>
          </a:prstGeom>
          <a:solidFill>
            <a:srgbClr val="990011">
              <a:alpha val="15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工人竞争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工人为保住饭碗，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被迫相互压价、超时劳动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560320" cy="2286000"/>
          </a:xfrm>
          <a:prstGeom prst="rect">
            <a:avLst/>
          </a:prstGeom>
          <a:solidFill>
            <a:srgbClr val="990011">
              <a:alpha val="15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零和博弈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总资源不变，竞争只是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重新分配，而非创造价值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3291840"/>
            <a:ext cx="1828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3291840"/>
            <a:ext cx="1828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异化劳动：卷的根源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马克思在《1844年经济学哲学手稿》中提出四重异化：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73152" cy="1417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与劳动产品异化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工人生产的商品不属于自己，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反而成为压迫自己的力量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023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73152" cy="1417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与劳动过程异化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劳动不是享受，而是折磨；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不干活才感到自在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023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73152" cy="1417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与类本质异化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人的自由自觉活动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沦为维持生存的手段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4023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54680"/>
            <a:ext cx="73152" cy="14173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人与人异化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竞争使人与人之间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变成相互对立的关系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中外对比①  日本的「躺平」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9144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背景：日本「失去的三十年」经济停滞，年轻人晋升无望，催生「寝そべり族」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560320" cy="2286000"/>
          </a:xfrm>
          <a:prstGeom prst="rect">
            <a:avLst/>
          </a:prstGeom>
          <a:solidFill>
            <a:srgbClr val="0D144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低欲望社会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不买房、不结婚、不生育，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降低物质欲望以逃离竞争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2560320" cy="2286000"/>
          </a:xfrm>
          <a:prstGeom prst="rect">
            <a:avLst/>
          </a:prstGeom>
          <a:solidFill>
            <a:srgbClr val="0D144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主动降级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337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放弃大城市，回归乡村，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以「够用就好」对抗内卷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560320" cy="2286000"/>
          </a:xfrm>
          <a:prstGeom prst="rect">
            <a:avLst/>
          </a:prstGeom>
          <a:solidFill>
            <a:srgbClr val="0D144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264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社会反思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33375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日本社会开始反思：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过度竞争是否真的创造价值？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躺平，是对异化劳动的一种本能抵抗。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中外对比②  中国的「内卷」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日本「躺平」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中国「内卷」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应对方式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主动退出竞争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被动卷入竞争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心理状态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接受现实，降低期望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焦虑，但不敢停下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社会背景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经济停滞，上升通道关闭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高速发展，但机会分配不均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对异化的逃避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在异化中挣扎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两种现象，同一根源：资源稀缺下的竞争压力，马克思早有预判。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卷的本质是什么？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内卷的本质：资源稀缺条件下的零和博弈，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是资本主义竞争逻辑在个体层面的投影。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56032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606040"/>
            <a:ext cx="256032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资源总量不变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名校录取名额、优质岗位数量相对固定，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更多人竞争并不增加总量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606040"/>
            <a:ext cx="256032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606040"/>
            <a:ext cx="256032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个体理性 ≠ 集体理性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2004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每个人「卷」是理性选择，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但所有人都卷，结果是集体内耗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606040"/>
            <a:ext cx="256032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606040"/>
            <a:ext cx="256032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竞争掩盖矛盾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32004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内卷让人们相互竞争，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而非追问资源分配是否公平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马克思的药方①  打破异化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8229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「劳动的异化使人失去了自由自觉的活动，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使人的类本质变成了仅仅维持肉体生存的手段。」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Rx.1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劳动回归本质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4963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劳动应是人自由表达创造力的方式，而非谋生负担。当劳动本身有意义，内卷动力自然消解。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Rx.2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重建人的主体性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4564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人不应被竞争逻辑定义。认识自身主体价值，而非仅以「绩效」衡量自我。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77640"/>
            <a:ext cx="73152" cy="8229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23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Rx.3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超越工具理性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416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保留合作、友谊、创造等非功利性活动空间，拒绝把一切关系化为竞争。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马克思的药方②  社会结构的反思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34747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问题根源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资源分配机制不均衡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评价体系单一化（唯分数、唯绩效）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竞争机制缺乏上限约束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社会保障不足，失败代价过高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474720"/>
          </a:xfrm>
          <a:prstGeom prst="rect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改变方向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扩大优质资源供给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建立多元评价标准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完善社会保障，降低竞争焦虑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鼓励合作而非零和竞争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马克思的视角：改变个体行为不够，需要改变产生内卷的结构性条件。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对我们的启示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作为大学生，如何在内卷时代保持主体性？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认识竞争本质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理解内卷的社会根源，不把结构性问题归咎于个人，减少无谓焦虑。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023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明确自身价值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057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劳动是人本质力量的对象化。找到真正有意义的事，而非盲目跟卷。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023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246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拒绝零和思维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把同学视为合作伙伴而非对手，共同创造更大的价值空间。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40233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246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用理论武装自己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703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马克思主义是分析现实的工具，学会用批判性思维看待社会现象。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教训与总结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73152" cy="8229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教训一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1887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内卷不是个人懒惰的对立面，而是结构性矛盾的产物。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73152" cy="8229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教训二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1945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竞争本身不创造价值，只有真正的劳动才能推动社会进步。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54680"/>
            <a:ext cx="73152" cy="8229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0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教训三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32004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个体的觉醒始于认识：我们不是竞争机器，而是有主体性的人。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06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「不是意识决定生活，而是生活决定意识。」—— 马克思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990011">
              <a:alpha val="20000"/>
            </a:srgbClr>
          </a:solidFill>
          <a:ln w="12700">
            <a:solidFill>
              <a:srgbClr val="99001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1440"/>
          </a:solidFill>
          <a:ln w="12700">
            <a:solidFill>
              <a:srgbClr val="0D14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谢谢聆听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365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马克思主义基本原理  |  课堂演讲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参考文献：《1844年经济学哲学手稿》《资本论》《哲学的贫困》—— 卡尔·马克思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卷是一种病，马克思开过药方</dc:title>
  <dc:subject>PptxGenJS Presentation</dc:subject>
  <dc:creator>PptxGenJS</dc:creator>
  <cp:lastModifiedBy>PptxGenJS</cp:lastModifiedBy>
  <cp:revision>1</cp:revision>
  <dcterms:created xsi:type="dcterms:W3CDTF">2026-04-22T08:13:34Z</dcterms:created>
  <dcterms:modified xsi:type="dcterms:W3CDTF">2026-04-22T08:13:34Z</dcterms:modified>
</cp:coreProperties>
</file>